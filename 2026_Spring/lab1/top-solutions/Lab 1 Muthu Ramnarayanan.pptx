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Slab" panose="020F0502020204030204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SLIDES_API58276994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SLIDES_API58276994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SLIDES_API58276994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SLIDES_API58276994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SLIDES_API58276994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SLIDES_API58276994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SLIDES_API58276994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SLIDES_API58276994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S_API582769943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S_API582769943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959e0e807_1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959e0e807_1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S_API582769943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S_API582769943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S_API58276994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S_API58276994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Optimizing Matrix Normalization with High-Level Synthesis (HLS)</a:t>
            </a:r>
            <a:endParaRPr sz="290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Algorithm overview and pragma-driven hardware optimization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Algorithm Functionality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2625"/>
            <a:ext cx="86193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• Step 1: Row Normalization: Iterates through each row, calculates the sum, and divides each element by (row_sum + 1.0).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• Step 2: Column Accumulation: Maintains a running sum of each column.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• Step 3: Calculate Scales: Averages the column sums by dividing each by N_ROWS.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• Step 4: Final Scaling &amp; Store: Multiplies intermediate values by scales and writes to C_DRAM.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Optimization Methods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512-bit Vectorization: Groups 16x 32-bit data elements into a single 512-bit bus word to saturate DRAM bandwidth.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Ping-Pong Buffering (A_buf): Double-buffer approach hides memory access latency by computing row i while loading row i+1.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Manual Bit-Packing/Unpacking: Uses ap_int&lt;32&gt; to manually extract and pack 24-bit custom data types into 512-bit transfers.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Maximizing AXI Bandwidth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m_axi: Generates an AXI4 memory-mapped interface for DRAM.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max_widen_bitwidth=512: Automatically widens the data port to fetch 16 elements per clock cycle.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num_outstanding: Allows hardware to issue up to 32 read/write requests ahead of time to prevent pipeline stalls.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338524"/>
            <a:ext cx="7732799" cy="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BRAM Bottlenecks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533025"/>
            <a:ext cx="45873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 array_partition complete: Shatters the array into individual registers for simultaneous read/write access.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•array_partition cyclic factor=32: Partitions memory cyclically across 32 RAM banks so the compute loop can access up to 32 elements in parallel.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•BIND_STORAGE: Forces the buffer to use True Dual-Port BRAM for predictable routing.</a:t>
            </a:r>
            <a:endParaRPr sz="1500"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 r="15554"/>
          <a:stretch/>
        </p:blipFill>
        <p:spPr>
          <a:xfrm>
            <a:off x="5083200" y="1654400"/>
            <a:ext cx="4010400" cy="23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 and Unrolling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r="-11049"/>
          <a:stretch/>
        </p:blipFill>
        <p:spPr>
          <a:xfrm>
            <a:off x="202800" y="1210125"/>
            <a:ext cx="5379965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0" y="0"/>
            <a:ext cx="5007226" cy="504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 rotWithShape="1">
          <a:blip r:embed="rId4">
            <a:alphaModFix/>
          </a:blip>
          <a:srcRect l="1449" r="1903"/>
          <a:stretch/>
        </p:blipFill>
        <p:spPr>
          <a:xfrm>
            <a:off x="5070700" y="65825"/>
            <a:ext cx="4103826" cy="422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Dive: The Ping-Pong Buffer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Hiding Memory Latency with Double Buffering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The Problem: Reading from DRAM is slow; waiting for loads causes hardware stalls.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The Solution: A_buf[2][N_COLS] acts as two separate memory banks.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How it Works: A bitwise AND operator toggles indices. Compute engine crunches Row i in Bank 0 while memory interface loads Row i+1 into Bank 1.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The Result: Memory transfer time is completely hidden behind computation 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Dive: Manual Bit-Packing &amp; Unpacking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Saturating the AXI Bus via Bit Manipulation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The Problem: AXI bus is 512 bits wide. Reading one variable per cycle wastes &gt;90% of bandwidth.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The Solution: bus_vec_t grabs a chunk of 16 data points in a single memory burst.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Unpacking: Uses ap_int .range() to slice the 512-bit chunk into 32-bit segments, extracting only the necessary 24 bits.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The Result: Acts like a highly efficient shipping container to keep compute engines fully fed.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On-screen Show (16:9)</PresentationFormat>
  <Paragraphs>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Roboto Slab</vt:lpstr>
      <vt:lpstr>Roboto</vt:lpstr>
      <vt:lpstr>Marina</vt:lpstr>
      <vt:lpstr>Optimizing Matrix Normalization with High-Level Synthesis (HLS)</vt:lpstr>
      <vt:lpstr>High-Level Algorithm Functionality</vt:lpstr>
      <vt:lpstr>Hardware Optimization Methods</vt:lpstr>
      <vt:lpstr>Maximizing AXI Bandwidth</vt:lpstr>
      <vt:lpstr>Removing BRAM Bottlenecks</vt:lpstr>
      <vt:lpstr>Pipelining and Unrolling</vt:lpstr>
      <vt:lpstr>PowerPoint Presentation</vt:lpstr>
      <vt:lpstr>Deep Dive: The Ping-Pong Buffer</vt:lpstr>
      <vt:lpstr>Deep Dive: Manual Bit-Packing &amp; Unpacking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Ahmed, Nabilah F</cp:lastModifiedBy>
  <cp:revision>1</cp:revision>
  <dcterms:modified xsi:type="dcterms:W3CDTF">2026-02-19T07:29:44Z</dcterms:modified>
</cp:coreProperties>
</file>